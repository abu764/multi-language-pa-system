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VaaniNet – AI-Powered Multilingual PA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ABS</a:t>
            </a:r>
          </a:p>
          <a:p/>
          <a:p>
            <a:r>
              <a:t>Mohd Abubakar Siddique</a:t>
            </a:r>
          </a:p>
          <a:p>
            <a:r>
              <a:t>Mohd Rafathullah Shareef</a:t>
            </a:r>
          </a:p>
          <a:p/>
          <a:p>
            <a:r>
              <a:t>Emails:</a:t>
            </a:r>
          </a:p>
          <a:p>
            <a:r>
              <a:t>siddiquebakarmohdabu@gmail.com</a:t>
            </a:r>
          </a:p>
          <a:p>
            <a:r>
              <a:t>rockstarrafath@gmail.com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During emergencies or large public gatherings, announcements must reach people in multiple languages instantly. Current systems lack real-time translation and inclusive communication capabilities, leading to confusion and delays.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create an AI-powered multilingual PA system capable of translating and broadcasting public announcements across multiple languages, both in text and voice, ensuring inclusivity, accessibility, and safety.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 – VaaniNet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VaaniNet converts a single announcement into multiple languages in real time.</a:t>
            </a:r>
          </a:p>
          <a:p/>
          <a:p>
            <a:r>
              <a:t>Features:</a:t>
            </a:r>
          </a:p>
          <a:p>
            <a:r>
              <a:t>• Multi-language translation using advanced AI models</a:t>
            </a:r>
          </a:p>
          <a:p>
            <a:r>
              <a:t>• Text &amp; voice broadcast outputs</a:t>
            </a:r>
          </a:p>
          <a:p>
            <a:r>
              <a:t>• Cloud-based real-time deployment</a:t>
            </a:r>
          </a:p>
          <a:p>
            <a:r>
              <a:t>• Supports both mobile and web interfaces</a:t>
            </a:r>
          </a:p>
          <a:p>
            <a:r>
              <a:t>• Optimized for public safety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AI/ML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Speech-to-Text Module: Captures announcements in any language.</a:t>
            </a:r>
          </a:p>
          <a:p>
            <a:r>
              <a:t>2. Translation Engine: Translates content into multiple target languages using NLP.</a:t>
            </a:r>
          </a:p>
          <a:p>
            <a:r>
              <a:t>3. Text-to-Speech (TTS): Generates localized voice outputs.</a:t>
            </a:r>
          </a:p>
          <a:p>
            <a:r>
              <a:t>4. Web &amp; Mobile API Integration: Enables instant broadcast.</a:t>
            </a:r>
          </a:p>
          <a:p>
            <a:r>
              <a:t>5. Cloud Management Layer: Handles scalability and multilingual caching.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Prototype Design (Mobile + Web)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 App:</a:t>
            </a:r>
          </a:p>
          <a:p>
            <a:r>
              <a:t>• Record/Enter announcement</a:t>
            </a:r>
          </a:p>
          <a:p>
            <a:r>
              <a:t>• Choose target languages</a:t>
            </a:r>
          </a:p>
          <a:p>
            <a:r>
              <a:t>• Preview &amp; broadcast</a:t>
            </a:r>
          </a:p>
          <a:p/>
          <a:p>
            <a:r>
              <a:t>Web Dashboard:</a:t>
            </a:r>
          </a:p>
          <a:p>
            <a:r>
              <a:t>• Central control for announcements</a:t>
            </a:r>
          </a:p>
          <a:p>
            <a:r>
              <a:t>• Language configuration</a:t>
            </a:r>
          </a:p>
          <a:p>
            <a:r>
              <a:t>• Analytics on reach &amp; engagement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Admin inputs an announcement (text or speech)</a:t>
            </a:r>
          </a:p>
          <a:p>
            <a:r>
              <a:t>2. System processes and translates into multiple languages</a:t>
            </a:r>
          </a:p>
          <a:p>
            <a:r>
              <a:t>3. Converts each translation into localized voice output</a:t>
            </a:r>
          </a:p>
          <a:p>
            <a:r>
              <a:t>4. Broadcasts simultaneously to mobile, web, and PA networks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Cloud-native deployment (AWS / GCP)</a:t>
            </a:r>
          </a:p>
          <a:p>
            <a:r>
              <a:t>• Microservices for translation and TTS modules</a:t>
            </a:r>
          </a:p>
          <a:p>
            <a:r>
              <a:t>• API Gateway for integration with PA devices</a:t>
            </a:r>
          </a:p>
          <a:p>
            <a:r>
              <a:t>• Supports edge devices for offline functionality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Enhances public safety and communication efficiency</a:t>
            </a:r>
          </a:p>
          <a:p>
            <a:r>
              <a:t>• Promotes inclusivity for linguistic minorities</a:t>
            </a:r>
          </a:p>
          <a:p>
            <a:r>
              <a:t>• Reduces communication lag during emergencies</a:t>
            </a:r>
          </a:p>
          <a:p>
            <a:r>
              <a:t>• Can be adapted for festivals, transport, and disaster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ABS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 Members:</a:t>
            </a:r>
          </a:p>
          <a:p>
            <a:r>
              <a:t>• Mohd Abubakar Siddique</a:t>
            </a:r>
          </a:p>
          <a:p>
            <a:r>
              <a:t>• Mohd Rafathullah Shareef</a:t>
            </a:r>
          </a:p>
          <a:p/>
          <a:p>
            <a:r>
              <a:t>We are passionate about solving real-world communication barriers using AI, ensuring safety and accessibility for 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