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VaaniNet – Full Code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ABS | Coding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API (FastAPI)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fastapi import FastAPI</a:t>
            </a:r>
          </a:p>
          <a:p>
            <a:r>
              <a:t>from pydantic import BaseModel</a:t>
            </a:r>
          </a:p>
          <a:p>
            <a:r>
              <a:t>import googletrans</a:t>
            </a:r>
          </a:p>
          <a:p>
            <a:r>
              <a:t>from gtts import gTTS</a:t>
            </a:r>
          </a:p>
          <a:p/>
          <a:p>
            <a:r>
              <a:t>app = FastAPI()</a:t>
            </a:r>
          </a:p>
          <a:p/>
          <a:p>
            <a:r>
              <a:t>class Announcement(BaseModel):</a:t>
            </a:r>
          </a:p>
          <a:p>
            <a:r>
              <a:t>    text: str</a:t>
            </a:r>
          </a:p>
          <a:p>
            <a:r>
              <a:t>    lang: str</a:t>
            </a:r>
          </a:p>
          <a:p/>
          <a:p>
            <a:r>
              <a:t>@app.post("/translate")</a:t>
            </a:r>
          </a:p>
          <a:p>
            <a:r>
              <a:t>def translate_text(data: Announcement):</a:t>
            </a:r>
          </a:p>
          <a:p>
            <a:r>
              <a:t>    translator = googletrans.Translator()</a:t>
            </a:r>
          </a:p>
          <a:p>
            <a:r>
              <a:t>    result = translator.translate(data.text, dest=data.lang)</a:t>
            </a:r>
          </a:p>
          <a:p>
            <a:r>
              <a:t>    return {"translated_text": result.text}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Speech-to-Text (Whisper 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whisper</a:t>
            </a:r>
          </a:p>
          <a:p/>
          <a:p>
            <a:r>
              <a:t>model = whisper.load_model("small")</a:t>
            </a:r>
          </a:p>
          <a:p>
            <a:r>
              <a:t>result = model.transcribe("announcement_audio.wav")</a:t>
            </a:r>
          </a:p>
          <a:p>
            <a:r>
              <a:t>print(result["text"])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Text-to-Speech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gtts import gTTS</a:t>
            </a:r>
          </a:p>
          <a:p/>
          <a:p>
            <a:r>
              <a:t>def generate_audio(text, lang):</a:t>
            </a:r>
          </a:p>
          <a:p>
            <a:r>
              <a:t>    tts = gTTS(text=text, lang=lang)</a:t>
            </a:r>
          </a:p>
          <a:p>
            <a:r>
              <a:t>    tts.save("output_audio.mp3")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Agora Conversational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agora_ai</a:t>
            </a:r>
          </a:p>
          <a:p/>
          <a:p>
            <a:r>
              <a:t>client = agora_ai.Client(api_key="YOUR_AGORA_KEY")</a:t>
            </a:r>
          </a:p>
          <a:p/>
          <a:p>
            <a:r>
              <a:t>response = client.chat.complete(</a:t>
            </a:r>
          </a:p>
          <a:p>
            <a:r>
              <a:t>    model="gpt-4o",</a:t>
            </a:r>
          </a:p>
          <a:p>
            <a:r>
              <a:t>    messages=[{"role": "user", "content": "Train 1234 delayed by 2 hours"}]</a:t>
            </a:r>
          </a:p>
          <a:p>
            <a:r>
              <a:t>)</a:t>
            </a:r>
          </a:p>
          <a:p/>
          <a:p>
            <a:r>
              <a:t>print(response.text)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Push Notification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firebase_admin import messaging</a:t>
            </a:r>
          </a:p>
          <a:p/>
          <a:p>
            <a:r>
              <a:t>def send_push(to, message):</a:t>
            </a:r>
          </a:p>
          <a:p>
            <a:r>
              <a:t>    note = messaging.Message(</a:t>
            </a:r>
          </a:p>
          <a:p>
            <a:r>
              <a:t>        notification=messaging.Notification(</a:t>
            </a:r>
          </a:p>
          <a:p>
            <a:r>
              <a:t>            title="Urgent Public Announcement",</a:t>
            </a:r>
          </a:p>
          <a:p>
            <a:r>
              <a:t>            body=message</a:t>
            </a:r>
          </a:p>
          <a:p>
            <a:r>
              <a:t>        ),</a:t>
            </a:r>
          </a:p>
          <a:p>
            <a:r>
              <a:t>        token=to</a:t>
            </a:r>
          </a:p>
          <a:p>
            <a:r>
              <a:t>    )</a:t>
            </a:r>
          </a:p>
          <a:p>
            <a:r>
              <a:t>    messaging.send(note)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Model (MongoDB)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pymongo import MongoClient</a:t>
            </a:r>
          </a:p>
          <a:p/>
          <a:p>
            <a:r>
              <a:t>client = MongoClient("mongodb://localhost:27017/")</a:t>
            </a:r>
          </a:p>
          <a:p>
            <a:r>
              <a:t>db = client.vaaninet</a:t>
            </a:r>
          </a:p>
          <a:p/>
          <a:p>
            <a:r>
              <a:t>announcement = {</a:t>
            </a:r>
          </a:p>
          <a:p>
            <a:r>
              <a:t>    "id": 1234,</a:t>
            </a:r>
          </a:p>
          <a:p>
            <a:r>
              <a:t>    "message": "Train delayed by 2 hours",</a:t>
            </a:r>
          </a:p>
          <a:p>
            <a:r>
              <a:t>    "timestamp": "2025-11-14 10:00:00"</a:t>
            </a:r>
          </a:p>
          <a:p>
            <a:r>
              <a:t>}</a:t>
            </a:r>
          </a:p>
          <a:p/>
          <a:p>
            <a:r>
              <a:t>db.announcements.insert_one(announcement)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